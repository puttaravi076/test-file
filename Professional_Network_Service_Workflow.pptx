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Network Service Request – Approval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 Submits Request (Portal)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7432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Network Team Initial Review</a:t>
            </a:r>
          </a:p>
        </p:txBody>
      </p:sp>
      <p:sp>
        <p:nvSpPr>
          <p:cNvPr id="6" name="Diamond 5"/>
          <p:cNvSpPr/>
          <p:nvPr/>
        </p:nvSpPr>
        <p:spPr>
          <a:xfrm>
            <a:off x="3429000" y="3657600"/>
            <a:ext cx="22860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Approved?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Send Rejection Email to Requester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4864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FSA Team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4864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3-Day Reminder (If No Action)</a:t>
            </a:r>
          </a:p>
        </p:txBody>
      </p:sp>
      <p:sp>
        <p:nvSpPr>
          <p:cNvPr id="10" name="Diamond 9"/>
          <p:cNvSpPr/>
          <p:nvPr/>
        </p:nvSpPr>
        <p:spPr>
          <a:xfrm>
            <a:off x="3429000" y="6858000"/>
            <a:ext cx="22860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Approved?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82296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NGDC Team Review</a:t>
            </a:r>
          </a:p>
        </p:txBody>
      </p:sp>
      <p:sp>
        <p:nvSpPr>
          <p:cNvPr id="12" name="Diamond 11"/>
          <p:cNvSpPr/>
          <p:nvPr/>
        </p:nvSpPr>
        <p:spPr>
          <a:xfrm>
            <a:off x="3429000" y="9601200"/>
            <a:ext cx="22860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Approved?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09728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Testing / Validation</a:t>
            </a:r>
          </a:p>
        </p:txBody>
      </p:sp>
      <p:sp>
        <p:nvSpPr>
          <p:cNvPr id="14" name="Diamond 13"/>
          <p:cNvSpPr/>
          <p:nvPr/>
        </p:nvSpPr>
        <p:spPr>
          <a:xfrm>
            <a:off x="3429000" y="12344400"/>
            <a:ext cx="22860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Approved?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37160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Final Approval Email to Requester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463040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.0" y="1645920"/>
            <a:ext cx="0.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.0" y="2560320"/>
            <a:ext cx="0.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.0" y="3474720"/>
            <a:ext cx="0.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.0" y="5029200"/>
            <a:ext cx="0.0" cy="4572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.0" y="6217920"/>
            <a:ext cx="0.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.0" y="8229600"/>
            <a:ext cx="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.0" y="8961120"/>
            <a:ext cx="0.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.0" y="10972800"/>
            <a:ext cx="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.0" y="11704320"/>
            <a:ext cx="0.0" cy="640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.0" y="13716000"/>
            <a:ext cx="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.0" y="14447520"/>
            <a:ext cx="0.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00400" y="4343400.0"/>
            <a:ext cx="228600" cy="114300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200400" y="5486400"/>
            <a:ext cx="228600" cy="205740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200400" y="5486400"/>
            <a:ext cx="228600" cy="480060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200400" y="5486400"/>
            <a:ext cx="228600" cy="754380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